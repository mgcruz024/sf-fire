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17BC73-7D3A-4270-B546-D6B56131CBAF}" v="1" dt="2025-05-10T22:37:11.9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8" autoAdjust="0"/>
    <p:restoredTop sz="94660"/>
  </p:normalViewPr>
  <p:slideViewPr>
    <p:cSldViewPr snapToGrid="0">
      <p:cViewPr varScale="1">
        <p:scale>
          <a:sx n="83" d="100"/>
          <a:sy n="83" d="100"/>
        </p:scale>
        <p:origin x="240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guel Cruz" userId="30e37026378c72a3" providerId="LiveId" clId="{C017BC73-7D3A-4270-B546-D6B56131CBAF}"/>
    <pc:docChg chg="custSel addSld modSld">
      <pc:chgData name="Miguel Cruz" userId="30e37026378c72a3" providerId="LiveId" clId="{C017BC73-7D3A-4270-B546-D6B56131CBAF}" dt="2025-05-10T22:37:56.654" v="51" actId="1076"/>
      <pc:docMkLst>
        <pc:docMk/>
      </pc:docMkLst>
      <pc:sldChg chg="modSp mod">
        <pc:chgData name="Miguel Cruz" userId="30e37026378c72a3" providerId="LiveId" clId="{C017BC73-7D3A-4270-B546-D6B56131CBAF}" dt="2025-05-10T22:37:56.654" v="51" actId="1076"/>
        <pc:sldMkLst>
          <pc:docMk/>
          <pc:sldMk cId="3735012492" sldId="256"/>
        </pc:sldMkLst>
        <pc:spChg chg="mod">
          <ac:chgData name="Miguel Cruz" userId="30e37026378c72a3" providerId="LiveId" clId="{C017BC73-7D3A-4270-B546-D6B56131CBAF}" dt="2025-05-10T22:37:56.654" v="51" actId="1076"/>
          <ac:spMkLst>
            <pc:docMk/>
            <pc:sldMk cId="3735012492" sldId="256"/>
            <ac:spMk id="6" creationId="{47041219-8A93-9B28-6E6A-CBBD372A47E4}"/>
          </ac:spMkLst>
        </pc:spChg>
      </pc:sldChg>
      <pc:sldChg chg="addSp delSp modSp new mod">
        <pc:chgData name="Miguel Cruz" userId="30e37026378c72a3" providerId="LiveId" clId="{C017BC73-7D3A-4270-B546-D6B56131CBAF}" dt="2025-05-10T22:37:46.999" v="48" actId="255"/>
        <pc:sldMkLst>
          <pc:docMk/>
          <pc:sldMk cId="1507793492" sldId="257"/>
        </pc:sldMkLst>
        <pc:spChg chg="del">
          <ac:chgData name="Miguel Cruz" userId="30e37026378c72a3" providerId="LiveId" clId="{C017BC73-7D3A-4270-B546-D6B56131CBAF}" dt="2025-05-10T22:36:44.767" v="2" actId="478"/>
          <ac:spMkLst>
            <pc:docMk/>
            <pc:sldMk cId="1507793492" sldId="257"/>
            <ac:spMk id="2" creationId="{9FA1B126-2587-D971-0FE3-393D511A77B6}"/>
          </ac:spMkLst>
        </pc:spChg>
        <pc:spChg chg="del">
          <ac:chgData name="Miguel Cruz" userId="30e37026378c72a3" providerId="LiveId" clId="{C017BC73-7D3A-4270-B546-D6B56131CBAF}" dt="2025-05-10T22:36:42.833" v="1" actId="478"/>
          <ac:spMkLst>
            <pc:docMk/>
            <pc:sldMk cId="1507793492" sldId="257"/>
            <ac:spMk id="3" creationId="{D18F19FB-C2CF-B9C8-83D6-26D275ABD345}"/>
          </ac:spMkLst>
        </pc:spChg>
        <pc:spChg chg="add mod">
          <ac:chgData name="Miguel Cruz" userId="30e37026378c72a3" providerId="LiveId" clId="{C017BC73-7D3A-4270-B546-D6B56131CBAF}" dt="2025-05-10T22:37:46.999" v="48" actId="255"/>
          <ac:spMkLst>
            <pc:docMk/>
            <pc:sldMk cId="1507793492" sldId="257"/>
            <ac:spMk id="6" creationId="{E543966F-1591-3237-9A9F-D4D395D8E5BE}"/>
          </ac:spMkLst>
        </pc:spChg>
        <pc:picChg chg="add mod">
          <ac:chgData name="Miguel Cruz" userId="30e37026378c72a3" providerId="LiveId" clId="{C017BC73-7D3A-4270-B546-D6B56131CBAF}" dt="2025-05-10T22:36:57.506" v="7" actId="14100"/>
          <ac:picMkLst>
            <pc:docMk/>
            <pc:sldMk cId="1507793492" sldId="257"/>
            <ac:picMk id="5" creationId="{C5FCD175-A828-8941-D971-D1A6B1D885C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81601-4637-570E-3122-F6588FD759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ED5972-E6B6-F437-F3EF-04187825E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E2CC0-8D63-8767-6F83-296EA1E03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E85D3-977B-4CE2-9923-7839D4251D14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C9055-2A37-FB8A-8437-DAF6FBC63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D368D-5B63-C94D-C96E-5BC93985F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6AB05-65D7-46AB-8CB7-179E2AA60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410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54FB4-57FB-87D2-6457-3A1A47B7F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3AB8C-5CD9-B24D-FECE-FD7BA5455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7B8D4-AF95-9430-8CBA-D50606425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E85D3-977B-4CE2-9923-7839D4251D14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FD460-9F10-BF63-717E-CE8C9BA70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AC36F-BF77-D796-58CC-C6F6D701F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6AB05-65D7-46AB-8CB7-179E2AA60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775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07768-E03C-543D-5BA9-29C4D1173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FAE29A-E156-8539-ACE7-6BA9F34F9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07126-361D-E587-AA1D-30A50DD7D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E85D3-977B-4CE2-9923-7839D4251D14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6D61D-7E16-D820-5882-54A321AEA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44CDF-2E83-ADA0-FACD-3D8FE99C4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6AB05-65D7-46AB-8CB7-179E2AA60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5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3C298-8358-70FA-BA51-DBCA5B7F2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48090-15EF-7319-528C-1E87787AD4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652A70-A4A3-A843-521C-A538B7A3D0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D622CD-7DBD-F0D8-80AD-9F6A94845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E85D3-977B-4CE2-9923-7839D4251D14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50503-3BE6-4B8E-3E54-5E5176D95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F3A07E-F4E7-5318-3531-BC94DC06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6AB05-65D7-46AB-8CB7-179E2AA60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100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30FBD-3A38-91AF-88DD-618117CDA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1FBF9A-7B24-209B-D1A3-6F8C05330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CF8974-AF89-D016-8E51-6BF19DF6E5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0D06AF-9F51-90BA-18DD-91275E888C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015392-EDB2-F7C9-AA96-6697B64A78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ABA7CE-7DA6-2D82-198E-C8BF7F367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E85D3-977B-4CE2-9923-7839D4251D14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BD7ACA-5B49-9C53-6D79-27C92AE5C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767BAB-639F-19A2-3892-2EB54601C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6AB05-65D7-46AB-8CB7-179E2AA60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355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FB58B-9652-D4E8-A2B2-AF8080064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3C3EDD-0B33-C315-F4A9-D068A3A45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E85D3-977B-4CE2-9923-7839D4251D14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7E593D-B65C-FF62-730B-0D871F48A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B5FDBE-F48F-12E5-37B8-B71427EB5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6AB05-65D7-46AB-8CB7-179E2AA60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748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0FF8C6-D2BF-47B0-2673-7A295AF3A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E85D3-977B-4CE2-9923-7839D4251D14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5DC0B0-0B4C-804D-5047-7C98A2ACB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36B4B6-D53E-6A11-D670-56932DF02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6AB05-65D7-46AB-8CB7-179E2AA60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091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6FA94-E2D5-8D3F-A114-DA2DF1F73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97FAB-6A86-845A-6CD2-FB0AD2A4A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5863AA-BA06-31BE-AA42-3FD1C7BA52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92374-F4D2-D382-7FE4-495184858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E85D3-977B-4CE2-9923-7839D4251D14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3E796B-A323-9560-B831-91DBF0324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825B87-0265-6CE2-1DC0-95ED3FE70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6AB05-65D7-46AB-8CB7-179E2AA60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071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4A04A-BD93-DE4F-AF38-EDD2D71F8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D8EFD9-B2C2-A3B3-ED51-31E56F62E1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08DB87-059F-483A-9AB2-A3E8DC6579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68ABAC-AC3F-02C7-7319-F63F9C6F0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E85D3-977B-4CE2-9923-7839D4251D14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F36CD4-9FE7-4D4B-D40E-DE2E83543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AF35A7-E663-3ED4-9AED-6CD31A57C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6AB05-65D7-46AB-8CB7-179E2AA60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970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06AB9-20B5-3220-27D7-A35CF6E21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84799D-6963-77DB-C32C-32374923D5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41253-EF3E-AC9A-F604-5471CB234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E85D3-977B-4CE2-9923-7839D4251D14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5979E-F9CB-9B03-2225-333475BFF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2070C-1CED-1593-918E-DFCF8DA75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6AB05-65D7-46AB-8CB7-179E2AA60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373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084CE4-3657-D6D8-F2FE-DFFD8AA488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01B48B-817F-13A8-24FB-5EFC9F5599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46B94-EF3C-BF46-DFB2-ACCA57CA1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E85D3-977B-4CE2-9923-7839D4251D14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88850-FA8D-6BD2-5483-DE6FACEF1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5BEBC-A611-3B7A-718D-3731B9282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6AB05-65D7-46AB-8CB7-179E2AA60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650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5CE75A-956E-ED41-77EA-FAEBFB26C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2978AC-60A0-D4BF-B707-22DE32EEF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EEBB8D-A863-2D95-94CD-B8DBDB948E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7E85D3-977B-4CE2-9923-7839D4251D14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06050-C985-0DAF-1796-9BEBCFB6CA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5EC3B-F1B2-110B-7193-AAD741763B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A6AB05-65D7-46AB-8CB7-179E2AA60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699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D07C33-1F56-564A-03A8-C38BFB2BD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02255"/>
            <a:ext cx="12192000" cy="47557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041219-8A93-9B28-6E6A-CBBD372A47E4}"/>
              </a:ext>
            </a:extLst>
          </p:cNvPr>
          <p:cNvSpPr txBox="1"/>
          <p:nvPr/>
        </p:nvSpPr>
        <p:spPr>
          <a:xfrm>
            <a:off x="0" y="0"/>
            <a:ext cx="7030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PG Server environment functions with examples</a:t>
            </a:r>
          </a:p>
        </p:txBody>
      </p:sp>
    </p:spTree>
    <p:extLst>
      <p:ext uri="{BB962C8B-B14F-4D97-AF65-F5344CB8AC3E}">
        <p14:creationId xmlns:p14="http://schemas.microsoft.com/office/powerpoint/2010/main" val="3735012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FCD175-A828-8941-D971-D1A6B1D88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53383"/>
            <a:ext cx="6293224" cy="52046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43966F-1591-3237-9A9F-D4D395D8E5BE}"/>
              </a:ext>
            </a:extLst>
          </p:cNvPr>
          <p:cNvSpPr txBox="1"/>
          <p:nvPr/>
        </p:nvSpPr>
        <p:spPr>
          <a:xfrm>
            <a:off x="0" y="0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Best Practices for Environment</a:t>
            </a:r>
          </a:p>
        </p:txBody>
      </p:sp>
    </p:spTree>
    <p:extLst>
      <p:ext uri="{BB962C8B-B14F-4D97-AF65-F5344CB8AC3E}">
        <p14:creationId xmlns:p14="http://schemas.microsoft.com/office/powerpoint/2010/main" val="1507793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Miguel Cruz</dc:creator>
  <cp:lastModifiedBy>Miguel Cruz</cp:lastModifiedBy>
  <cp:revision>1</cp:revision>
  <dcterms:created xsi:type="dcterms:W3CDTF">2025-05-10T22:33:16Z</dcterms:created>
  <dcterms:modified xsi:type="dcterms:W3CDTF">2025-05-10T22:38:01Z</dcterms:modified>
</cp:coreProperties>
</file>